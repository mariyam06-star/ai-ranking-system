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Score Distribution of Candidates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0-20</c:v>
                  </c:pt>
                  <c:pt idx="1">
                    <c:v>21-40</c:v>
                  </c:pt>
                  <c:pt idx="2">
                    <c:v>41-60</c:v>
                  </c:pt>
                  <c:pt idx="3">
                    <c:v>61-80</c:v>
                  </c:pt>
                  <c:pt idx="4">
                    <c:v>81-100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22500</c:v>
                </c:pt>
                <c:pt idx="2">
                  <c:v>38000</c:v>
                </c:pt>
                <c:pt idx="3">
                  <c:v>25300</c:v>
                </c:pt>
                <c:pt idx="4">
                  <c:v>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Mention this was built for the India Runs Data &amp; AI Challenge. Highlight key stats: 100K candidates in 14 seconds, CPU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recruitment challenge: high volume, keyword gaming, missed talent, and fraud. These are real problems that cost companies time and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stage: 1) Honeypot removes frauds 2) Skill scoring with 50+ weighted skills 3) Career history validation 4) Behavioral multipliers for final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system doesn't just count keywords — it weights them by proficiency, cross-validates with career history, and penalises suspicious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key metrics. The chart shows score distribution — most candidates cluster in the 41-60 range, with top talent in the 81-100 band. All runs on CPU in ~14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shows why our approach is superior. Both candidates list Pinecone, but Candidate A has real evidence of building vector search systems — Candidate B doesn't. Traditional keyword search ranks them equally; our system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uses Python with custom scoring logic — no heavy ML framework needed. This makes it lightweight, fast, and runs on any CPU without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summarising the three pillars: Scale (14 sec, CPU only), Integrity (fraud detection), Accuracy (career-validated scoring).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image" Target="../media/image-5-8.png"/><Relationship Id="rId10" Type="http://schemas.openxmlformats.org/officeDocument/2006/relationships/image" Target="../media/image-5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riyam06-star/AI-Powered-Candidate-Ranking-System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🇮🇳  India Runs Data &amp; AI Challenge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Candidate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System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Faster · Smarter · Fraud-Resistant Candidate Screening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100K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Candidates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9748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~14s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CPU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Frauds Caught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38404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3886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Top 100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95160" y="42793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Shortlisted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Overload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hundreds of applications per role. Manual review is impossible at scale.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1430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65192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candidates game the system by stuffing CVs with buzzwords to pass filters.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90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Talent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1792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 filters miss genuinely skilled candidates who don't use the right words.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090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Profiles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65192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claims and impossible timelines slip through conventional screening undetected.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4-Stage Intelligent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65960" cy="3429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481328"/>
            <a:ext cx="713232" cy="713232"/>
          </a:xfrm>
          <a:prstGeom prst="ellipse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31720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971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Filter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fraudulent profiles with impossible timelines or fake expert claims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31720" y="301752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96312" y="1325880"/>
            <a:ext cx="1965960" cy="3429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18104" y="1481328"/>
            <a:ext cx="713232" cy="713232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118104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2331720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87752" y="2971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Relevance Scoring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87752" y="3611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50+ weighted skills: FAISS, Pinecone, Qdrant, RAG, NLP, LTR, IR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462272" y="301752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1325880"/>
            <a:ext cx="1965960" cy="3429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248656" y="1481328"/>
            <a:ext cx="713232" cy="713232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248656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2331720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18304" y="2971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History Scoring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18304" y="3611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real-world experience building search, ranking &amp; vector DB systems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592824" y="301752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57416" y="1325880"/>
            <a:ext cx="1965960" cy="342900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79208" y="1481328"/>
            <a:ext cx="713232" cy="713232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7379208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2331720"/>
            <a:ext cx="530352" cy="5303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48856" y="29718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Multipliers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848856" y="36118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experience years, notice period, GitHub score &amp; relocation willingness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Intelligence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Vector DBs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FAISS · Pinecone · Qdrant · Weaviate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31920" y="1371600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0" y="1371600"/>
            <a:ext cx="1152144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230368" y="135331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90%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848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Search &amp; Retrieval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95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Elasticsearch · Solr · BM25 · IR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0" y="2286000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0" y="2286000"/>
            <a:ext cx="1024128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226771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80%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99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/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310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RAG · LTR · NLP · Transformers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0" y="3200400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0" y="3200400"/>
            <a:ext cx="1088136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318211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85%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13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24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Python · PyTorch · Spark · APIs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31920" y="4114800"/>
            <a:ext cx="128016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114800"/>
            <a:ext cx="896112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409651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70%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097280"/>
            <a:ext cx="3017520" cy="3520440"/>
          </a:xfrm>
          <a:prstGeom prst="roundRect">
            <a:avLst>
              <a:gd name="adj" fmla="val 3636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52160" y="1188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Better Than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3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938528"/>
            <a:ext cx="228600" cy="228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199632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by proficiency level</a:t>
            </a:r>
            <a:endParaRPr lang="en-US" sz="11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432304"/>
            <a:ext cx="228600" cy="2286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199632" y="24140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via career evidence</a:t>
            </a:r>
            <a:endParaRPr lang="en-US" sz="11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926080"/>
            <a:ext cx="228600" cy="2286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199632" y="2907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months of experience</a:t>
            </a:r>
            <a:endParaRPr lang="en-US" sz="11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419856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199632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suspicious profiles</a:t>
            </a:r>
            <a:endParaRPr lang="en-US" sz="11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3913632"/>
            <a:ext cx="228600" cy="228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199632" y="38953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buzzword stuffing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18872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78308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Processed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14600" y="10972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18872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178308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sec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606040" y="2286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Execution Time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188720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178308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4754880" y="2286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Profiles Removed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812280" y="1097280"/>
            <a:ext cx="196596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188720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178308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903720" y="22860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Generated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880360"/>
          <a:ext cx="53035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Shape 15"/>
          <p:cNvSpPr/>
          <p:nvPr/>
        </p:nvSpPr>
        <p:spPr>
          <a:xfrm>
            <a:off x="5852160" y="288036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5989320" y="3017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45643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7920" y="34381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— no GPU required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758184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217920" y="373989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 calls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059936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217920" y="4041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team_submission.csv generated</a:t>
            </a:r>
            <a:endParaRPr lang="en-US" sz="10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4361688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217920" y="43434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interpretable</a:t>
            </a:r>
            <a:endParaRPr lang="en-US" sz="10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4663440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17920" y="46451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traceable rankings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in 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Same keyword — very different scores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Score: 87 / 100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1284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194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Pinecone on CV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3347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26151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vector search pipeline at Scale AI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5409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3035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years ML engineering exp.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4672" y="3456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RAG contributions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95344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4672" y="38770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score: 82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754880" y="12801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4892040" y="1417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892040" y="1764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Score: 23 / 100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212848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93792" y="2194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Pinecone on CV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633472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93792" y="26151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search-related job history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054096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93792" y="30358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total experience</a:t>
            </a:r>
            <a:endParaRPr lang="en-US" sz="11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474720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93792" y="3456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open-source presence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895344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93792" y="38770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score: 8</a:t>
            </a:r>
            <a:endParaRPr lang="en-US" sz="1100" dirty="0"/>
          </a:p>
        </p:txBody>
      </p:sp>
      <p:sp>
        <p:nvSpPr>
          <p:cNvPr id="31" name="Text 19"/>
          <p:cNvSpPr/>
          <p:nvPr/>
        </p:nvSpPr>
        <p:spPr>
          <a:xfrm>
            <a:off x="4023360" y="2834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52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Python 3.x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0128" y="1143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7288" y="1252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47288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7288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NumPy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143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91656" y="1252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91656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Custom Weighted Scoring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91656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Rule-based NLP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50+ Skill Taxonomy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Proficiency Weighting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30175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47288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47288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Honeypot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47288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Timeline 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301752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91656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91656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CSV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91656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Interpretable Scores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name="adj" fmla="val 16667"/>
            </a:avLst>
          </a:prstGeom>
          <a:solidFill>
            <a:srgbClr val="0F2744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681728"/>
            <a:ext cx="228600" cy="228600"/>
          </a:xfrm>
          <a:prstGeom prst="rect">
            <a:avLst/>
          </a:prstGeom>
        </p:spPr>
      </p:pic>
      <p:sp>
        <p:nvSpPr>
          <p:cNvPr id="29" name="Text 26">
            <a:hlinkClick r:id="rId2" tooltip=""/>
          </p:cNvPr>
          <p:cNvSpPr/>
          <p:nvPr/>
        </p:nvSpPr>
        <p:spPr>
          <a:xfrm>
            <a:off x="804672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github.com/mariyam06-star/AI-Powered-Candidate-Ranking-System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11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Accomplished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AI-powered recruitment that's faster, fairer, and fraud-resistant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5603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2651760"/>
            <a:ext cx="530352" cy="5303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73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5840" y="36301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 in ~14 sec on CPU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520440" y="25603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651760"/>
            <a:ext cx="530352" cy="53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3273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11880" y="36301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built into the core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26480" y="256032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651760"/>
            <a:ext cx="530352" cy="5303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6480" y="32735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217920" y="363016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Career-validated, not keyword-matched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</a:rPr>
              <a:t>Thank you! Questions welcome 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Candidate Ranking System</dc:title>
  <dc:subject>PptxGenJS Presentation</dc:subject>
  <dc:creator>PptxGenJS</dc:creator>
  <cp:lastModifiedBy>PptxGenJS</cp:lastModifiedBy>
  <cp:revision>1</cp:revision>
  <dcterms:created xsi:type="dcterms:W3CDTF">2026-06-28T07:12:32Z</dcterms:created>
  <dcterms:modified xsi:type="dcterms:W3CDTF">2026-06-28T07:12:32Z</dcterms:modified>
</cp:coreProperties>
</file>